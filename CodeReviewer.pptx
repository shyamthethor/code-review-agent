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8"/>
  </p:notesMasterIdLst>
  <p:sldIdLst>
    <p:sldId id="483" r:id="rId2"/>
    <p:sldId id="484" r:id="rId3"/>
    <p:sldId id="470" r:id="rId4"/>
    <p:sldId id="478" r:id="rId5"/>
    <p:sldId id="482" r:id="rId6"/>
    <p:sldId id="489" r:id="rId7"/>
    <p:sldId id="486" r:id="rId8"/>
    <p:sldId id="490" r:id="rId9"/>
    <p:sldId id="491" r:id="rId10"/>
    <p:sldId id="492" r:id="rId11"/>
    <p:sldId id="485" r:id="rId12"/>
    <p:sldId id="494" r:id="rId13"/>
    <p:sldId id="487" r:id="rId14"/>
    <p:sldId id="495" r:id="rId15"/>
    <p:sldId id="473" r:id="rId16"/>
    <p:sldId id="468" r:id="rId17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>
      <p:cViewPr>
        <p:scale>
          <a:sx n="66" d="100"/>
          <a:sy n="66" d="100"/>
        </p:scale>
        <p:origin x="1550" y="41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Dr.Robin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Rohit Vincent</a:t>
            </a: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Head, AI </a:t>
            </a: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Center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 of Excellence (NVIDIA)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072" y="4088074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AI &amp; GPU Summer Internship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 Pallavi R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Gyanesh Verma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Bhuvaneshwari Patil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AI &amp; GPU Summer Internship Program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051979"/>
              </p:ext>
            </p:extLst>
          </p:nvPr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 Shyam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20241CSG0089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5CSG01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8759" y="762138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Organization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IN" sz="20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780" y="-434249"/>
            <a:ext cx="10515600" cy="1227910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620" y="619760"/>
            <a:ext cx="10960100" cy="485648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Presidency University – AI Centre of Excellence</a:t>
            </a:r>
          </a:p>
          <a:p>
            <a:pPr lvl="0"/>
            <a:r>
              <a:rPr lang="en-IN" dirty="0"/>
              <a:t>The internship was conducted by the Presidency School of AI and Advanced Computing. </a:t>
            </a:r>
          </a:p>
          <a:p>
            <a:pPr lvl="0"/>
            <a:r>
              <a:rPr lang="en-IN" dirty="0"/>
              <a:t>The program focused on Artificial Intelligence and GPU Computing. </a:t>
            </a:r>
          </a:p>
          <a:p>
            <a:pPr lvl="0"/>
            <a:r>
              <a:rPr lang="en-IN" dirty="0"/>
              <a:t>Students received practical exposure to AI model development and modern software engineering. </a:t>
            </a:r>
          </a:p>
          <a:p>
            <a:pPr lvl="0"/>
            <a:r>
              <a:rPr lang="en-IN" dirty="0"/>
              <a:t>The internship included hands-on labs, mentoring, and an independent capstone project. </a:t>
            </a:r>
          </a:p>
          <a:p>
            <a:pPr lvl="0"/>
            <a:r>
              <a:rPr lang="en-IN" dirty="0"/>
              <a:t>Industry-grade AI tools and frameworks were used throughout the program.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341811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Domain:</a:t>
            </a:r>
          </a:p>
          <a:p>
            <a:r>
              <a:rPr lang="en-IN" dirty="0"/>
              <a:t>Artificial Intelligence</a:t>
            </a:r>
          </a:p>
          <a:p>
            <a:r>
              <a:rPr lang="en-IN" dirty="0"/>
              <a:t>Code Analysis</a:t>
            </a:r>
          </a:p>
          <a:p>
            <a:r>
              <a:rPr lang="en-IN" dirty="0"/>
              <a:t>Software Engineering</a:t>
            </a:r>
          </a:p>
          <a:p>
            <a:r>
              <a:rPr lang="en-IN" dirty="0"/>
              <a:t>Large Language Models (LLMs)</a:t>
            </a:r>
          </a:p>
          <a:p>
            <a:r>
              <a:rPr lang="en-IN" dirty="0"/>
              <a:t>Developer Productivity</a:t>
            </a:r>
          </a:p>
          <a:p>
            <a:r>
              <a:rPr lang="en-IN" dirty="0"/>
              <a:t>Cloud Memory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19760"/>
            <a:ext cx="10515600" cy="2001520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0440" y="762000"/>
            <a:ext cx="10515600" cy="4846320"/>
          </a:xfrm>
        </p:spPr>
        <p:txBody>
          <a:bodyPr/>
          <a:lstStyle/>
          <a:p>
            <a:r>
              <a:rPr lang="en-IN" dirty="0" err="1"/>
              <a:t>FastAPI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React </a:t>
            </a:r>
          </a:p>
          <a:p>
            <a:pPr lvl="0"/>
            <a:r>
              <a:rPr lang="en-IN" dirty="0"/>
              <a:t>Tailwind CSS </a:t>
            </a:r>
          </a:p>
          <a:p>
            <a:pPr lvl="0"/>
            <a:r>
              <a:rPr lang="en-IN" dirty="0"/>
              <a:t>Monaco Editor </a:t>
            </a:r>
          </a:p>
          <a:p>
            <a:pPr lvl="0"/>
            <a:r>
              <a:rPr lang="en-IN" dirty="0" err="1"/>
              <a:t>Groq</a:t>
            </a:r>
            <a:r>
              <a:rPr lang="en-IN" dirty="0"/>
              <a:t> API </a:t>
            </a:r>
          </a:p>
          <a:p>
            <a:pPr lvl="0"/>
            <a:r>
              <a:rPr lang="en-IN" dirty="0"/>
              <a:t>Qwen3-32B </a:t>
            </a:r>
          </a:p>
          <a:p>
            <a:pPr lvl="0"/>
            <a:r>
              <a:rPr lang="en-IN" dirty="0"/>
              <a:t>Hindsight Memory </a:t>
            </a:r>
          </a:p>
          <a:p>
            <a:pPr lvl="0"/>
            <a:r>
              <a:rPr lang="en-IN" dirty="0"/>
              <a:t>Python </a:t>
            </a:r>
          </a:p>
          <a:p>
            <a:pPr lvl="0"/>
            <a:r>
              <a:rPr lang="en-IN" dirty="0"/>
              <a:t>JavaScript / TypeScript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A7DBE-4642-A535-27DD-AE9001E57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2BC1B-FEB3-6129-BF1D-E1CE3298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19760"/>
            <a:ext cx="10515600" cy="2001520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A0894-A502-312B-C1BA-0B5C22129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440" y="762000"/>
            <a:ext cx="10515600" cy="4846320"/>
          </a:xfrm>
        </p:spPr>
        <p:txBody>
          <a:bodyPr/>
          <a:lstStyle/>
          <a:p>
            <a:r>
              <a:rPr lang="en-IN" b="1" dirty="0"/>
              <a:t>Objectives</a:t>
            </a:r>
          </a:p>
          <a:p>
            <a:pPr lvl="0"/>
            <a:r>
              <a:rPr lang="en-IN" dirty="0"/>
              <a:t>Build an intelligent AI-powered code review system. </a:t>
            </a:r>
          </a:p>
          <a:p>
            <a:pPr lvl="0"/>
            <a:r>
              <a:rPr lang="en-IN" dirty="0"/>
              <a:t>Automatically </a:t>
            </a:r>
            <a:r>
              <a:rPr lang="en-IN" dirty="0" err="1"/>
              <a:t>analyze</a:t>
            </a:r>
            <a:r>
              <a:rPr lang="en-IN" dirty="0"/>
              <a:t> source code and identify coding issues. </a:t>
            </a:r>
          </a:p>
          <a:p>
            <a:pPr lvl="0"/>
            <a:r>
              <a:rPr lang="en-IN" dirty="0"/>
              <a:t>Generate meaningful suggestions for improving code quality. </a:t>
            </a:r>
          </a:p>
          <a:p>
            <a:pPr lvl="0"/>
            <a:r>
              <a:rPr lang="en-IN" dirty="0"/>
              <a:t>Maintain persistent memory of previous code reviews. </a:t>
            </a:r>
          </a:p>
          <a:p>
            <a:pPr lvl="0"/>
            <a:r>
              <a:rPr lang="en-IN" dirty="0"/>
              <a:t>Adapt review feedback based on the developer's coding history. </a:t>
            </a:r>
          </a:p>
          <a:p>
            <a:pPr lvl="0"/>
            <a:r>
              <a:rPr lang="en-IN" dirty="0"/>
              <a:t>Improve consistency and efficiency in software code reviews.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64D2E-03ED-6CE7-35EE-015DB2D9E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1295570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System Workflow</a:t>
            </a:r>
          </a:p>
          <a:p>
            <a:pPr lvl="0"/>
            <a:r>
              <a:rPr lang="en-IN" dirty="0"/>
              <a:t>User enters source code. </a:t>
            </a:r>
          </a:p>
          <a:p>
            <a:pPr lvl="0"/>
            <a:r>
              <a:rPr lang="en-IN" dirty="0"/>
              <a:t>Code is sent to the </a:t>
            </a:r>
            <a:r>
              <a:rPr lang="en-IN" dirty="0" err="1"/>
              <a:t>FastAPI</a:t>
            </a:r>
            <a:r>
              <a:rPr lang="en-IN" dirty="0"/>
              <a:t> backend. </a:t>
            </a:r>
          </a:p>
          <a:p>
            <a:pPr lvl="0"/>
            <a:r>
              <a:rPr lang="en-IN" dirty="0"/>
              <a:t>Previous review history is retrieved using Hindsight Memory. </a:t>
            </a:r>
          </a:p>
          <a:p>
            <a:pPr lvl="0"/>
            <a:r>
              <a:rPr lang="en-IN" dirty="0"/>
              <a:t>The memory context is combined with the current code. </a:t>
            </a:r>
          </a:p>
          <a:p>
            <a:pPr lvl="0"/>
            <a:r>
              <a:rPr lang="en-IN" dirty="0"/>
              <a:t>The </a:t>
            </a:r>
            <a:r>
              <a:rPr lang="en-IN" dirty="0" err="1"/>
              <a:t>Groq</a:t>
            </a:r>
            <a:r>
              <a:rPr lang="en-IN" dirty="0"/>
              <a:t> LLM </a:t>
            </a:r>
            <a:r>
              <a:rPr lang="en-IN" dirty="0" err="1"/>
              <a:t>analyzes</a:t>
            </a:r>
            <a:r>
              <a:rPr lang="en-IN" dirty="0"/>
              <a:t> the code. </a:t>
            </a:r>
          </a:p>
          <a:p>
            <a:pPr lvl="0"/>
            <a:r>
              <a:rPr lang="en-IN" dirty="0"/>
              <a:t>Review suggestions are generated. </a:t>
            </a:r>
          </a:p>
          <a:p>
            <a:pPr lvl="0"/>
            <a:r>
              <a:rPr lang="en-IN" dirty="0"/>
              <a:t>Review results are stored back into Hindsight Memory.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9329E-B500-F526-0F8C-E1093ED1F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CCC2-5FF4-2815-6930-91F85FA40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9948A-DE29-7A53-9D9D-C9D66E195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Backend Implementation</a:t>
            </a:r>
          </a:p>
          <a:p>
            <a:pPr lvl="0"/>
            <a:r>
              <a:rPr lang="en-IN" dirty="0" err="1"/>
              <a:t>FastAPI</a:t>
            </a:r>
            <a:r>
              <a:rPr lang="en-IN" dirty="0"/>
              <a:t> REST APIs </a:t>
            </a:r>
          </a:p>
          <a:p>
            <a:pPr lvl="0"/>
            <a:r>
              <a:rPr lang="en-IN" dirty="0"/>
              <a:t>Request validation using </a:t>
            </a:r>
            <a:r>
              <a:rPr lang="en-IN" dirty="0" err="1"/>
              <a:t>Pydantic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Asynchronous API calls </a:t>
            </a:r>
          </a:p>
          <a:p>
            <a:pPr lvl="0"/>
            <a:r>
              <a:rPr lang="en-IN" dirty="0"/>
              <a:t>Hindsight Memory integration </a:t>
            </a:r>
          </a:p>
          <a:p>
            <a:pPr lvl="0"/>
            <a:r>
              <a:rPr lang="en-IN" dirty="0" err="1"/>
              <a:t>Groq</a:t>
            </a:r>
            <a:r>
              <a:rPr lang="en-IN" dirty="0"/>
              <a:t> API integration </a:t>
            </a:r>
          </a:p>
          <a:p>
            <a:pPr lvl="0"/>
            <a:r>
              <a:rPr lang="en-IN" dirty="0"/>
              <a:t>Review history management </a:t>
            </a:r>
          </a:p>
          <a:p>
            <a:pPr lvl="0"/>
            <a:r>
              <a:rPr lang="en-IN" dirty="0"/>
              <a:t>Memory-based reasoning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B0457-8440-AD7B-F870-AFF1D8E5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152007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F3157-114E-E3EE-4942-90253DF1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782C-7063-7D81-9583-761357CB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A70E3-A1D2-788B-0110-7ADBAE926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Frontend Implementation</a:t>
            </a:r>
          </a:p>
          <a:p>
            <a:pPr lvl="0"/>
            <a:r>
              <a:rPr lang="en-IN" dirty="0"/>
              <a:t>React-based user interface </a:t>
            </a:r>
          </a:p>
          <a:p>
            <a:pPr lvl="0"/>
            <a:r>
              <a:rPr lang="en-IN" dirty="0"/>
              <a:t>Monaco Code Editor </a:t>
            </a:r>
          </a:p>
          <a:p>
            <a:pPr lvl="0"/>
            <a:r>
              <a:rPr lang="en-IN" dirty="0"/>
              <a:t>Dashboard for review history </a:t>
            </a:r>
          </a:p>
          <a:p>
            <a:pPr lvl="0"/>
            <a:r>
              <a:rPr lang="en-IN" dirty="0"/>
              <a:t>Memory analytics page </a:t>
            </a:r>
          </a:p>
          <a:p>
            <a:pPr lvl="0"/>
            <a:r>
              <a:rPr lang="en-IN" dirty="0"/>
              <a:t>Responsive UI using Tailwind CSS </a:t>
            </a:r>
          </a:p>
          <a:p>
            <a:pPr lvl="0"/>
            <a:r>
              <a:rPr lang="en-IN" dirty="0"/>
              <a:t>API communication using Axios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7CF70-9186-080B-1C1E-F894057A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5767573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0930A-76EC-FF98-68AB-893786DE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5B035-7FD6-8082-B0F6-F5A734BE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8F8BB-44F9-C1A6-1765-538349ECD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lvl="0"/>
            <a:r>
              <a:rPr lang="en-IN" dirty="0"/>
              <a:t>AI-powered code review </a:t>
            </a:r>
          </a:p>
          <a:p>
            <a:pPr lvl="0"/>
            <a:r>
              <a:rPr lang="en-IN" dirty="0"/>
              <a:t>Persistent developer memory </a:t>
            </a:r>
          </a:p>
          <a:p>
            <a:pPr lvl="0"/>
            <a:r>
              <a:rPr lang="en-IN" dirty="0"/>
              <a:t>Context-aware review suggestions </a:t>
            </a:r>
          </a:p>
          <a:p>
            <a:pPr lvl="0"/>
            <a:r>
              <a:rPr lang="en-IN" dirty="0"/>
              <a:t>Multi-language code support </a:t>
            </a:r>
          </a:p>
          <a:p>
            <a:pPr lvl="0"/>
            <a:r>
              <a:rPr lang="en-IN" dirty="0"/>
              <a:t>Intelligent review history </a:t>
            </a:r>
          </a:p>
          <a:p>
            <a:pPr lvl="0"/>
            <a:r>
              <a:rPr lang="en-IN" dirty="0"/>
              <a:t>Adaptive feedback generation </a:t>
            </a:r>
          </a:p>
          <a:p>
            <a:pPr lvl="0"/>
            <a:r>
              <a:rPr lang="en-IN" dirty="0"/>
              <a:t>Fast asynchronous processing </a:t>
            </a:r>
          </a:p>
          <a:p>
            <a:pPr lvl="0"/>
            <a:r>
              <a:rPr lang="en-IN" dirty="0"/>
              <a:t>Modern web interface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C1594-2CC4-359B-0A80-BEBF5D12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622765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IN" dirty="0"/>
              <a:t>Successfully developed a complete AI code review platform. </a:t>
            </a:r>
          </a:p>
          <a:p>
            <a:pPr lvl="0"/>
            <a:r>
              <a:rPr lang="en-IN" dirty="0"/>
              <a:t>Integrated Hindsight Memory for persistent developer context. </a:t>
            </a:r>
          </a:p>
          <a:p>
            <a:pPr lvl="0"/>
            <a:r>
              <a:rPr lang="en-IN" dirty="0"/>
              <a:t>Generated intelligent code review suggestions using </a:t>
            </a:r>
            <a:r>
              <a:rPr lang="en-IN" dirty="0" err="1"/>
              <a:t>Groq</a:t>
            </a:r>
            <a:r>
              <a:rPr lang="en-IN" dirty="0"/>
              <a:t> Qwen3-32B. </a:t>
            </a:r>
          </a:p>
          <a:p>
            <a:pPr lvl="0"/>
            <a:r>
              <a:rPr lang="en-IN" dirty="0"/>
              <a:t>Built an interactive React frontend with Monaco Editor. </a:t>
            </a:r>
          </a:p>
          <a:p>
            <a:pPr lvl="0"/>
            <a:r>
              <a:rPr lang="en-IN" dirty="0"/>
              <a:t>Implemented review history and adaptive AI feedback. </a:t>
            </a:r>
          </a:p>
          <a:p>
            <a:pPr lvl="0"/>
            <a:r>
              <a:rPr lang="en-IN" dirty="0"/>
              <a:t>Supported multiple programming languages.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27FAD-0C37-9443-C01B-0DC32C0D2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DE6FB-78B8-4410-01EE-E3FFCE8B9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07203-2590-BF66-C649-C1159497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0CCC82-2B74-A6D8-BC26-CE492A453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732836"/>
            <a:ext cx="10515600" cy="4814331"/>
          </a:xfrm>
        </p:spPr>
      </p:pic>
    </p:spTree>
    <p:extLst>
      <p:ext uri="{BB962C8B-B14F-4D97-AF65-F5344CB8AC3E}">
        <p14:creationId xmlns:p14="http://schemas.microsoft.com/office/powerpoint/2010/main" val="3067749266"/>
      </p:ext>
    </p:extLst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1297"/>
            <a:ext cx="10515600" cy="4351338"/>
          </a:xfrm>
        </p:spPr>
        <p:txBody>
          <a:bodyPr/>
          <a:lstStyle/>
          <a:p>
            <a:pPr lvl="0"/>
            <a:r>
              <a:rPr lang="en-IN" dirty="0"/>
              <a:t>Successfully designed and implemented an AI-powered Code Review Agent. </a:t>
            </a:r>
          </a:p>
          <a:p>
            <a:pPr lvl="0"/>
            <a:r>
              <a:rPr lang="en-IN" dirty="0"/>
              <a:t>Combined Large Language Models with persistent memory to improve review quality. </a:t>
            </a:r>
          </a:p>
          <a:p>
            <a:pPr lvl="0"/>
            <a:r>
              <a:rPr lang="en-IN" dirty="0"/>
              <a:t>Reduced repetitive feedback by learning from previous reviews. </a:t>
            </a:r>
          </a:p>
          <a:p>
            <a:pPr lvl="0"/>
            <a:r>
              <a:rPr lang="en-IN" dirty="0"/>
              <a:t>Demonstrated practical use of AI in modern software development workflows. </a:t>
            </a:r>
          </a:p>
          <a:p>
            <a:pPr lvl="0"/>
            <a:r>
              <a:rPr lang="en-IN" dirty="0"/>
              <a:t>Gained hands-on experience with </a:t>
            </a:r>
            <a:r>
              <a:rPr lang="en-IN" dirty="0" err="1"/>
              <a:t>FastAPI</a:t>
            </a:r>
            <a:r>
              <a:rPr lang="en-IN" dirty="0"/>
              <a:t>, React, </a:t>
            </a:r>
            <a:r>
              <a:rPr lang="en-IN" dirty="0" err="1"/>
              <a:t>Groq</a:t>
            </a:r>
            <a:r>
              <a:rPr lang="en-IN" dirty="0"/>
              <a:t>, and Hindsight Memory.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D45D0-C8C0-BC58-E102-66415A7C3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3EC3-E988-3645-8A1D-387EB84F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0F39-FBBE-CCBB-AEFE-DA0CDB50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E5451-8676-C08A-9B12-C85D35054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297"/>
            <a:ext cx="10515600" cy="4351338"/>
          </a:xfrm>
        </p:spPr>
        <p:txBody>
          <a:bodyPr/>
          <a:lstStyle/>
          <a:p>
            <a:pPr lvl="0"/>
            <a:r>
              <a:rPr lang="en-IN" dirty="0"/>
              <a:t>Support additional programming languages. </a:t>
            </a:r>
          </a:p>
          <a:p>
            <a:pPr lvl="0"/>
            <a:r>
              <a:rPr lang="en-IN" dirty="0"/>
              <a:t>Integrate GitHub Pull Request reviews. </a:t>
            </a:r>
          </a:p>
          <a:p>
            <a:pPr lvl="0"/>
            <a:r>
              <a:rPr lang="en-IN" dirty="0"/>
              <a:t>Add real-time collaborative code review. </a:t>
            </a:r>
          </a:p>
          <a:p>
            <a:pPr lvl="0"/>
            <a:r>
              <a:rPr lang="en-IN" dirty="0"/>
              <a:t>Improve security vulnerability detection. </a:t>
            </a:r>
          </a:p>
          <a:p>
            <a:pPr lvl="0"/>
            <a:r>
              <a:rPr lang="en-IN" dirty="0"/>
              <a:t>Deploy the application on cloud infrastructure. </a:t>
            </a:r>
          </a:p>
          <a:p>
            <a:pPr lvl="0"/>
            <a:r>
              <a:rPr lang="en-IN" dirty="0"/>
              <a:t>Add team-wide analytics and dashboards. </a:t>
            </a:r>
          </a:p>
          <a:p>
            <a:pPr lvl="0"/>
            <a:r>
              <a:rPr lang="en-IN" dirty="0"/>
              <a:t>Fine-tune custom AI models for organization-specific coding standards.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793155"/>
      </p:ext>
    </p:extLst>
  </p:cSld>
  <p:clrMapOvr>
    <a:masterClrMapping/>
  </p:clrMapOvr>
  <p:transition spd="slow">
    <p:blinds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7857</TotalTime>
  <Words>596</Words>
  <Application>Microsoft Office PowerPoint</Application>
  <PresentationFormat>Widescreen</PresentationFormat>
  <Paragraphs>134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Content</vt:lpstr>
      <vt:lpstr>About Company or Organization</vt:lpstr>
      <vt:lpstr>Working domain or the technology</vt:lpstr>
      <vt:lpstr>Technologies Used</vt:lpstr>
      <vt:lpstr>Objectives of the Work</vt:lpstr>
      <vt:lpstr>Methodology Used</vt:lpstr>
      <vt:lpstr>Methodology Used</vt:lpstr>
      <vt:lpstr>Methodology Used</vt:lpstr>
      <vt:lpstr>Key Features</vt:lpstr>
      <vt:lpstr>Results </vt:lpstr>
      <vt:lpstr>Results </vt:lpstr>
      <vt:lpstr>Conclusion</vt:lpstr>
      <vt:lpstr>Future Scope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MURALI MOHAN M A</cp:lastModifiedBy>
  <cp:revision>945</cp:revision>
  <cp:lastPrinted>2018-07-24T06:37:20Z</cp:lastPrinted>
  <dcterms:created xsi:type="dcterms:W3CDTF">2018-06-07T04:06:17Z</dcterms:created>
  <dcterms:modified xsi:type="dcterms:W3CDTF">2026-08-07T13:51:19Z</dcterms:modified>
</cp:coreProperties>
</file>